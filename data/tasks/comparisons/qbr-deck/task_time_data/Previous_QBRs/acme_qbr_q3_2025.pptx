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Acme Corp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Quarterly Business Review - Q3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October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1. Executive Summary</a:t>
            </a:r>
          </a:p>
          <a:p>
            <a:pPr>
              <a:spcAft>
                <a:spcPts val="1200"/>
              </a:spcAft>
              <a:defRPr sz="2400"/>
            </a:pPr>
            <a:r>
              <a:t>2. Health Score Overview</a:t>
            </a:r>
          </a:p>
          <a:p>
            <a:pPr>
              <a:spcAft>
                <a:spcPts val="1200"/>
              </a:spcAft>
              <a:defRPr sz="2400"/>
            </a:pPr>
            <a:r>
              <a:t>3. Usage &amp; Adoption Metrics</a:t>
            </a:r>
          </a:p>
          <a:p>
            <a:pPr>
              <a:spcAft>
                <a:spcPts val="1200"/>
              </a:spcAft>
              <a:defRPr sz="2400"/>
            </a:pPr>
            <a:r>
              <a:t>4. Support Summary</a:t>
            </a:r>
          </a:p>
          <a:p>
            <a:pPr>
              <a:spcAft>
                <a:spcPts val="1200"/>
              </a:spcAft>
              <a:defRPr sz="2400"/>
            </a:pPr>
            <a:r>
              <a:t>5. Product Roadmap Updates</a:t>
            </a:r>
          </a:p>
          <a:p>
            <a:pPr>
              <a:spcAft>
                <a:spcPts val="1200"/>
              </a:spcAft>
              <a:defRPr sz="2400"/>
            </a:pPr>
            <a:r>
              <a:t>6. Renewal Discussion</a:t>
            </a:r>
          </a:p>
          <a:p>
            <a:pPr>
              <a:spcAft>
                <a:spcPts val="1200"/>
              </a:spcAft>
              <a:defRPr sz="2400"/>
            </a:pPr>
            <a:r>
              <a:t>7.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• Overall Health Score: 81 (Up from 78 in Q2)</a:t>
            </a:r>
          </a:p>
          <a:p>
            <a:pPr>
              <a:spcAft>
                <a:spcPts val="1400"/>
              </a:spcAft>
              <a:defRPr sz="2000"/>
            </a:pPr>
            <a:r>
              <a:t>• Active Users: 175 (+12% QoQ)</a:t>
            </a:r>
          </a:p>
          <a:p>
            <a:pPr>
              <a:spcAft>
                <a:spcPts val="1400"/>
              </a:spcAft>
              <a:defRPr sz="2000"/>
            </a:pPr>
            <a:r>
              <a:t>• Feature Adoption: 79% of purchased modules in active use</a:t>
            </a:r>
          </a:p>
          <a:p>
            <a:pPr>
              <a:spcAft>
                <a:spcPts val="1400"/>
              </a:spcAft>
              <a:defRPr sz="2000"/>
            </a:pPr>
            <a:r>
              <a:t>• Support Satisfaction: 4.2/5.0 average</a:t>
            </a:r>
          </a:p>
          <a:p>
            <a:pPr>
              <a:spcAft>
                <a:spcPts val="1400"/>
              </a:spcAft>
              <a:defRPr sz="2000"/>
            </a:pPr>
            <a:r>
              <a:t>• Renewal Status: On track for Q1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Health Score Breakdown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Trend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Product 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Improving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User Engagement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Stable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Support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Strong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Renewal Likelihood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On Track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Usage &amp; Adoption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Monthly Active Users: 175</a:t>
            </a:r>
          </a:p>
          <a:p>
            <a:pPr>
              <a:spcAft>
                <a:spcPts val="1000"/>
              </a:spcAft>
              <a:defRPr sz="1800"/>
            </a:pPr>
            <a:r>
              <a:t>• Avg Sessions/User: 18.3</a:t>
            </a:r>
          </a:p>
          <a:p>
            <a:pPr>
              <a:spcAft>
                <a:spcPts val="1000"/>
              </a:spcAft>
              <a:defRPr sz="1800"/>
            </a:pPr>
            <a:r>
              <a:t>• Avg Session Duration: 24 min</a:t>
            </a:r>
          </a:p>
          <a:p>
            <a:pPr>
              <a:spcAft>
                <a:spcPts val="1000"/>
              </a:spcAft>
              <a:defRPr sz="1800"/>
            </a:pPr>
            <a:r>
              <a:t>• API Calls: 234K/month</a:t>
            </a:r>
          </a:p>
          <a:p>
            <a:pPr>
              <a:spcAft>
                <a:spcPts val="1000"/>
              </a:spcAft>
              <a:defRPr sz="1800"/>
            </a:pPr>
            <a:r>
              <a:t>• Data Processed: 89 GB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Support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Total Tickets: 12 (Down from 18 in Q2)</a:t>
            </a:r>
          </a:p>
          <a:p>
            <a:pPr>
              <a:spcAft>
                <a:spcPts val="1200"/>
              </a:spcAft>
              <a:defRPr sz="2000"/>
            </a:pPr>
            <a:r>
              <a:t>• Avg Resolution Time: 6.2 hours</a:t>
            </a:r>
          </a:p>
          <a:p>
            <a:pPr>
              <a:spcAft>
                <a:spcPts val="1200"/>
              </a:spcAft>
              <a:defRPr sz="2000"/>
            </a:pPr>
            <a:r>
              <a:t>• Customer Satisfaction: 4.2/5.0</a:t>
            </a:r>
          </a:p>
          <a:p>
            <a:pPr>
              <a:spcAft>
                <a:spcPts val="1200"/>
              </a:spcAft>
              <a:defRPr sz="2000"/>
            </a:pPr>
            <a:r>
              <a:t>• Critical Issues: 0</a:t>
            </a:r>
          </a:p>
          <a:p>
            <a:pPr>
              <a:spcAft>
                <a:spcPts val="1200"/>
              </a:spcAft>
              <a:defRPr sz="2000"/>
            </a:pPr>
            <a:r>
              <a:t>• Top Category: Feature Requests (5)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Next Steps &amp; Action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Schedule advanced analytics training (October)</a:t>
            </a:r>
          </a:p>
          <a:p>
            <a:pPr>
              <a:spcAft>
                <a:spcPts val="1200"/>
              </a:spcAft>
              <a:defRPr sz="2000"/>
            </a:pPr>
            <a:r>
              <a:t>• Review expansion opportunity - West Coast office</a:t>
            </a:r>
          </a:p>
          <a:p>
            <a:pPr>
              <a:spcAft>
                <a:spcPts val="1200"/>
              </a:spcAft>
              <a:defRPr sz="2000"/>
            </a:pPr>
            <a:r>
              <a:t>• Begin renewal conversation (November)</a:t>
            </a:r>
          </a:p>
          <a:p>
            <a:pPr>
              <a:spcAft>
                <a:spcPts val="1200"/>
              </a:spcAft>
              <a:defRPr sz="2000"/>
            </a:pPr>
            <a:r>
              <a:t>• Q4 QBR scheduled for January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