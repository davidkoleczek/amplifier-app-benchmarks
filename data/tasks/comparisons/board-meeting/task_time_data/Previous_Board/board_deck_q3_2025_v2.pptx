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NexusAI Board Update</a:t>
            </a:r>
          </a:p>
          <a:p>
            <a:pPr algn="ctr">
              <a:defRPr sz="2800"/>
            </a:pPr>
            <a:r>
              <a:t>Q3 2025 - DRAFT 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/>
            </a:pPr>
            <a:r>
              <a:t>• Q3 Revenue: $1.75M (+15% QoQ)</a:t>
            </a:r>
          </a:p>
          <a:p>
            <a:pPr>
              <a:spcBef>
                <a:spcPts val="800"/>
              </a:spcBef>
              <a:defRPr sz="1800"/>
            </a:pPr>
            <a:r>
              <a:t>• ARR: $7.0M (slightly behind plan)</a:t>
            </a:r>
          </a:p>
          <a:p>
            <a:pPr>
              <a:spcBef>
                <a:spcPts val="800"/>
              </a:spcBef>
              <a:defRPr sz="1800"/>
            </a:pPr>
            <a:r>
              <a:t>• New Enterprise Customers: 3</a:t>
            </a:r>
          </a:p>
          <a:p>
            <a:pPr>
              <a:spcBef>
                <a:spcPts val="800"/>
              </a:spcBef>
              <a:defRPr sz="1800"/>
            </a:pPr>
            <a:r>
              <a:t>• Net Revenue Retention: 108%</a:t>
            </a:r>
          </a:p>
          <a:p>
            <a:pPr>
              <a:spcBef>
                <a:spcPts val="800"/>
              </a:spcBef>
              <a:defRPr sz="1800"/>
            </a:pPr>
            <a:r>
              <a:t>• Cash Position: $3.4M (9 months runway)</a:t>
            </a:r>
          </a:p>
          <a:p>
            <a:pPr>
              <a:spcBef>
                <a:spcPts val="800"/>
              </a:spcBef>
              <a:defRPr sz="1800"/>
            </a:pPr>
            <a:r>
              <a:t>• Key Win: Regional Manufacturing Deal ($280K ACV)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Financial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/>
            </a:pPr>
            <a:r>
              <a:t>• Revenue: $1.75M (98% of target)</a:t>
            </a:r>
          </a:p>
          <a:p>
            <a:pPr>
              <a:spcBef>
                <a:spcPts val="800"/>
              </a:spcBef>
              <a:defRPr sz="1800"/>
            </a:pPr>
            <a:r>
              <a:t>• Gross Margin: 79%</a:t>
            </a:r>
          </a:p>
          <a:p>
            <a:pPr>
              <a:spcBef>
                <a:spcPts val="800"/>
              </a:spcBef>
              <a:defRPr sz="1800"/>
            </a:pPr>
            <a:r>
              <a:t>• Operating Expenses: $1.52M</a:t>
            </a:r>
          </a:p>
          <a:p>
            <a:pPr>
              <a:spcBef>
                <a:spcPts val="800"/>
              </a:spcBef>
              <a:defRPr sz="1800"/>
            </a:pPr>
            <a:r>
              <a:t>• Net Burn: $450K/month</a:t>
            </a:r>
          </a:p>
          <a:p>
            <a:pPr>
              <a:spcBef>
                <a:spcPts val="800"/>
              </a:spcBef>
              <a:defRPr sz="1800"/>
            </a:pPr>
            <a:r>
              <a:t>• Cash: $3.4M remaining</a:t>
            </a:r>
          </a:p>
          <a:p>
            <a:pPr>
              <a:spcBef>
                <a:spcPts val="800"/>
              </a:spcBef>
              <a:defRPr sz="1800"/>
            </a:pPr>
            <a:r>
              <a:t>• Headcount: 36 FTEs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