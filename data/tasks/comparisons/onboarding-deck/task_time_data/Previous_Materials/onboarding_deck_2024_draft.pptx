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/>
            </a:pPr>
            <a:r>
              <a:t>Welcome to HorizonWorks!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New Employee Onboarding 2024 [DRAFT - NOT FINISHED]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DRAFT NOTES - DELETE BEFORE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TODO: Get updated benefits info from Priya</a:t>
            </a:r>
          </a:p>
          <a:p>
            <a:pPr>
              <a:defRPr sz="2000"/>
            </a:pPr>
            <a:r>
              <a:t>TODO: New org chart needed after Q2 reorg</a:t>
            </a:r>
          </a:p>
          <a:p>
            <a:pPr>
              <a:defRPr sz="2000"/>
            </a:pPr>
            <a:r>
              <a:t>TODO: Update values section - heard we're refreshing?</a:t>
            </a:r>
          </a:p>
          <a:p>
            <a:pPr>
              <a:defRPr sz="2000"/>
            </a:pPr>
            <a:r>
              <a:t>TODO: IT says VPN is changing - confirm with Kevin</a:t>
            </a:r>
          </a:p>
          <a:p>
            <a:pPr>
              <a:defRPr sz="2000"/>
            </a:pPr>
            <a:r>
              <a:t>TODO: Need new CEO video or transcript</a:t>
            </a:r>
          </a:p>
          <a:p>
            <a:pPr>
              <a:defRPr sz="2000"/>
            </a:pPr>
            <a:r>
              <a:t>TODO: Remove 'rapid growth' messaging??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Last edited: June 2024</a:t>
            </a:r>
          </a:p>
          <a:p>
            <a:pPr>
              <a:defRPr sz="2000"/>
            </a:pPr>
            <a:r>
              <a:t>Never finished due to competing priorities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Today's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1. Who We Are &amp; Our Mission</a:t>
            </a:r>
          </a:p>
          <a:p>
            <a:pPr>
              <a:defRPr sz="2400"/>
            </a:pPr>
            <a:r>
              <a:t>2. [UPDATE NEEDED - growth story needs revision]</a:t>
            </a:r>
          </a:p>
          <a:p>
            <a:pPr>
              <a:defRPr sz="2400"/>
            </a:pPr>
            <a:r>
              <a:t>3. Company Values [REFRESH IN PROGRESS]</a:t>
            </a:r>
          </a:p>
          <a:p>
            <a:pPr>
              <a:defRPr sz="2400"/>
            </a:pPr>
            <a:r>
              <a:t>4. Benefits Overview [NEED 2024 INFO]</a:t>
            </a:r>
          </a:p>
          <a:p>
            <a:pPr>
              <a:defRPr sz="2400"/>
            </a:pPr>
            <a:r>
              <a:t>5. Organizational Structure [POST-REORG]</a:t>
            </a:r>
          </a:p>
          <a:p>
            <a:pPr>
              <a:defRPr sz="2400"/>
            </a:pPr>
            <a:r>
              <a:t>6. IT &amp; Security Requirements [VPN CHANGING]</a:t>
            </a:r>
          </a:p>
          <a:p>
            <a:pPr>
              <a:defRPr sz="2400"/>
            </a:pPr>
            <a:r>
              <a:t>7. Your First Week</a:t>
            </a:r>
          </a:p>
          <a:p>
            <a:pPr>
              <a:defRPr sz="2400"/>
            </a:pPr>
            <a:r>
              <a:t>8.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